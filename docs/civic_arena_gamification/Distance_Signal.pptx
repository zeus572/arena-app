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ARENA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82880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Distance Signal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2971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7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how close a divided group is to governing together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4572000"/>
            <a:ext cx="10515600" cy="310896"/>
          </a:xfrm>
          <a:prstGeom prst="roundRect">
            <a:avLst>
              <a:gd name="adj" fmla="val 50000"/>
            </a:avLst>
          </a:prstGeom>
          <a:solidFill>
            <a:srgbClr val="3A4076"/>
          </a:solidFill>
          <a:ln/>
        </p:spPr>
      </p:sp>
      <p:sp>
        <p:nvSpPr>
          <p:cNvPr id="6" name="Shape 4"/>
          <p:cNvSpPr/>
          <p:nvPr/>
        </p:nvSpPr>
        <p:spPr>
          <a:xfrm>
            <a:off x="2084832" y="4572000"/>
            <a:ext cx="7991856" cy="310896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/>
        </p:spPr>
      </p:sp>
      <p:sp>
        <p:nvSpPr>
          <p:cNvPr id="7" name="Shape 5"/>
          <p:cNvSpPr/>
          <p:nvPr/>
        </p:nvSpPr>
        <p:spPr>
          <a:xfrm>
            <a:off x="2396642" y="4516039"/>
            <a:ext cx="422819" cy="422819"/>
          </a:xfrm>
          <a:prstGeom prst="ellipse">
            <a:avLst/>
          </a:prstGeom>
          <a:solidFill>
            <a:srgbClr val="C241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68826" y="4516039"/>
            <a:ext cx="422819" cy="422819"/>
          </a:xfrm>
          <a:prstGeom prst="ellipse">
            <a:avLst/>
          </a:prstGeom>
          <a:solidFill>
            <a:srgbClr val="C241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71946" y="4516039"/>
            <a:ext cx="422819" cy="422819"/>
          </a:xfrm>
          <a:prstGeom prst="ellipse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75066" y="4516039"/>
            <a:ext cx="422819" cy="422819"/>
          </a:xfrm>
          <a:prstGeom prst="ellipse">
            <a:avLst/>
          </a:prstGeom>
          <a:solidFill>
            <a:srgbClr val="1D6F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52406" y="4516039"/>
            <a:ext cx="422819" cy="422819"/>
          </a:xfrm>
          <a:prstGeom prst="ellipse">
            <a:avLst/>
          </a:prstGeom>
          <a:solidFill>
            <a:srgbClr val="1D6F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6035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concept for review · 15-min walkthrough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this signal answers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607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B1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far is this group from a position that </a:t>
            </a:r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D6F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spans the spectrum</a:t>
            </a:r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B1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that people would </a:t>
            </a:r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0E9F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actually sign</a:t>
            </a:r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B1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3749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number, three jobs. The rest of this deck is about defining it honestly and computing it cheaply.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663440"/>
            <a:ext cx="33832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4663440"/>
            <a:ext cx="73152" cy="155448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4800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return hook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5303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almost-closeable gap pulls people back tomorrow.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4663440"/>
            <a:ext cx="33832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4663440"/>
            <a:ext cx="73152" cy="1554480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4800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Anti-majoritarian test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5303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coalition passes on breadth, not headcount.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4663440"/>
            <a:ext cx="33832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4663440"/>
            <a:ext cx="73152" cy="1554480"/>
          </a:xfrm>
          <a:prstGeom prst="rect">
            <a:avLst/>
          </a:prstGeom>
          <a:solidFill>
            <a:srgbClr val="1D6FB8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4800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Difficulty knob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75320" y="5303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narrow gaps to new groups, widen as they learn.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First, the trap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“Get everyone close together” is exactly backwards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caucus  —  spread collapsed, nobody moved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697480"/>
            <a:ext cx="10515600" cy="274320"/>
          </a:xfrm>
          <a:prstGeom prst="roundRect">
            <a:avLst>
              <a:gd name="adj" fmla="val 50000"/>
            </a:avLst>
          </a:prstGeom>
          <a:solidFill>
            <a:srgbClr val="E5E2D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008376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080760" y="3008376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64208" y="2697480"/>
            <a:ext cx="2313432" cy="274320"/>
          </a:xfrm>
          <a:prstGeom prst="roundRect">
            <a:avLst>
              <a:gd name="adj" fmla="val 50000"/>
            </a:avLst>
          </a:prstGeom>
          <a:solidFill>
            <a:srgbClr val="C9C5B8"/>
          </a:solidFill>
          <a:ln/>
        </p:spPr>
      </p:sp>
      <p:sp>
        <p:nvSpPr>
          <p:cNvPr id="9" name="Shape 7"/>
          <p:cNvSpPr/>
          <p:nvPr/>
        </p:nvSpPr>
        <p:spPr>
          <a:xfrm>
            <a:off x="1988820" y="2648102"/>
            <a:ext cx="373075" cy="373075"/>
          </a:xfrm>
          <a:prstGeom prst="ellipse">
            <a:avLst/>
          </a:prstGeom>
          <a:solidFill>
            <a:srgbClr val="C241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19756" y="2648102"/>
            <a:ext cx="373075" cy="373075"/>
          </a:xfrm>
          <a:prstGeom prst="ellipse">
            <a:avLst/>
          </a:prstGeom>
          <a:solidFill>
            <a:srgbClr val="C241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50692" y="2648102"/>
            <a:ext cx="373075" cy="373075"/>
          </a:xfrm>
          <a:prstGeom prst="ellipse">
            <a:avLst/>
          </a:prstGeom>
          <a:solidFill>
            <a:srgbClr val="C241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063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like agreement. Is really just a faction agreeing with itself.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3794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coalition  —  started far apart, converged on something specific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297680"/>
            <a:ext cx="10515600" cy="274320"/>
          </a:xfrm>
          <a:prstGeom prst="roundRect">
            <a:avLst>
              <a:gd name="adj" fmla="val 50000"/>
            </a:avLst>
          </a:prstGeom>
          <a:solidFill>
            <a:srgbClr val="E5E2D8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608576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80760" y="4608576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84832" y="4297680"/>
            <a:ext cx="7991856" cy="274320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/>
        </p:spPr>
      </p:sp>
      <p:sp>
        <p:nvSpPr>
          <p:cNvPr id="18" name="Shape 16"/>
          <p:cNvSpPr/>
          <p:nvPr/>
        </p:nvSpPr>
        <p:spPr>
          <a:xfrm>
            <a:off x="2304288" y="4248302"/>
            <a:ext cx="373075" cy="373075"/>
          </a:xfrm>
          <a:prstGeom prst="ellipse">
            <a:avLst/>
          </a:prstGeom>
          <a:solidFill>
            <a:srgbClr val="C241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97096" y="4248302"/>
            <a:ext cx="373075" cy="373075"/>
          </a:xfrm>
          <a:prstGeom prst="ellipse">
            <a:avLst/>
          </a:prstGeom>
          <a:solidFill>
            <a:srgbClr val="C241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4248302"/>
            <a:ext cx="373075" cy="373075"/>
          </a:xfrm>
          <a:prstGeom prst="ellipse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98180" y="4248302"/>
            <a:ext cx="373075" cy="373075"/>
          </a:xfrm>
          <a:prstGeom prst="ellipse">
            <a:avLst/>
          </a:prstGeom>
          <a:solidFill>
            <a:srgbClr val="1D6F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70364" y="4248302"/>
            <a:ext cx="373075" cy="373075"/>
          </a:xfrm>
          <a:prstGeom prst="ellipse">
            <a:avLst/>
          </a:prstGeom>
          <a:solidFill>
            <a:srgbClr val="1D6F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709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magic isn’t a small gap. It’s a WIDE gap that got closed on something concrete.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22960" y="5440680"/>
            <a:ext cx="10515600" cy="868680"/>
          </a:xfrm>
          <a:prstGeom prst="rect">
            <a:avLst/>
          </a:prstGeom>
          <a:solidFill>
            <a:srgbClr val="1B1F3B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51560" y="54406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distance is not “dispersion.”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how much cross-spectrum reach a coalition has achieved — relative to how much it could.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fork we hit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needed more resolution. We did NOT add more dimensions.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33832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377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" y="27432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user-facing axes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36118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Overwhelms people. The whole pitch is “no box, low friction.”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2194560"/>
            <a:ext cx="33832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2377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27432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Hidden values axes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3440" y="36118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traceability. A latent ideology score IS the box — just invisible. Reads as manipulation.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2194560"/>
            <a:ext cx="3383280" cy="3108960"/>
          </a:xfrm>
          <a:prstGeom prst="rect">
            <a:avLst/>
          </a:prstGeom>
          <a:solidFill>
            <a:srgbClr val="EAF7F1"/>
          </a:solidFill>
          <a:ln w="25400">
            <a:solidFill>
              <a:srgbClr val="0E9F6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75320" y="2377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75320" y="27432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 inside the provision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75320" y="36118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resolution we lacked is local to each issue. Solve it with local data.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more dimensions manufacture artificial distance — everything is far apart in high-dimensional space.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3258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person isn’t a point. They’re an acceptance set.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given provision, a user is the set of versions of it — base text plus amendments — that they would co-sign.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023360"/>
            <a:ext cx="3383280" cy="2103120"/>
          </a:xfrm>
          <a:prstGeom prst="rect">
            <a:avLst/>
          </a:prstGeom>
          <a:solidFill>
            <a:srgbClr val="2E3566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4023360"/>
            <a:ext cx="3383280" cy="91440"/>
          </a:xfrm>
          <a:prstGeom prst="rect">
            <a:avLst/>
          </a:prstGeom>
          <a:solidFill>
            <a:srgbClr val="1D6FB8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4251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Distance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480060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little two people’s acceptance sets overlap.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4023360"/>
            <a:ext cx="3383280" cy="2103120"/>
          </a:xfrm>
          <a:prstGeom prst="rect">
            <a:avLst/>
          </a:prstGeom>
          <a:solidFill>
            <a:srgbClr val="2E3566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4023360"/>
            <a:ext cx="3383280" cy="91440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4251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Coalition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63440" y="480060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version sitting inside enough acceptance sets at once.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4023360"/>
            <a:ext cx="3383280" cy="2103120"/>
          </a:xfrm>
          <a:prstGeom prst="rect">
            <a:avLst/>
          </a:prstGeom>
          <a:solidFill>
            <a:srgbClr val="2E3566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4023360"/>
            <a:ext cx="3383280" cy="91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4251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pass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75320" y="480060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version also spans the spectrum, has teeth, and signers moved to reach it.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cleaner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things we kept confusing now live in their own spaces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240280"/>
          <a:ext cx="10515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206240"/>
                <a:gridCol w="42062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F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BREADTH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F6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Lives 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Provision / clause space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Values-axis space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far apart on THIS provision — overlap of acceptance sets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Whether the people in the overlap span the spectrum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axes keep a job — just the right one: they tell us if the coalition reached across, not how far apart two people are on the issue.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worked example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1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“Data-center operators should pay the marginal cost of their grid load”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on the surface. Real tradeoff underneath: who counts? marginal or average? existing facilities?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positions taken, far apart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10515600" cy="237744"/>
          </a:xfrm>
          <a:prstGeom prst="roundRect">
            <a:avLst>
              <a:gd name="adj" fmla="val 50000"/>
            </a:avLst>
          </a:prstGeom>
          <a:solidFill>
            <a:srgbClr val="E5E2D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06324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“make them pay, all of them”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80760" y="306324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“don’t crush new builds”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06778" y="2746126"/>
            <a:ext cx="323332" cy="323332"/>
          </a:xfrm>
          <a:prstGeom prst="ellipse">
            <a:avLst/>
          </a:prstGeom>
          <a:solidFill>
            <a:srgbClr val="C241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53182" y="2746126"/>
            <a:ext cx="323332" cy="323332"/>
          </a:xfrm>
          <a:prstGeom prst="ellipse">
            <a:avLst/>
          </a:prstGeom>
          <a:solidFill>
            <a:srgbClr val="C241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41918" y="2746126"/>
            <a:ext cx="323332" cy="323332"/>
          </a:xfrm>
          <a:prstGeom prst="ellipse">
            <a:avLst/>
          </a:prstGeom>
          <a:solidFill>
            <a:srgbClr val="1D6F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93478" y="2746126"/>
            <a:ext cx="323332" cy="323332"/>
          </a:xfrm>
          <a:prstGeom prst="ellipse">
            <a:avLst/>
          </a:prstGeom>
          <a:solidFill>
            <a:srgbClr val="1D6F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57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an amendment reshapes the version — “exempt facilities under a size threshold”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4069080"/>
            <a:ext cx="10515600" cy="237744"/>
          </a:xfrm>
          <a:prstGeom prst="roundRect">
            <a:avLst>
              <a:gd name="adj" fmla="val 50000"/>
            </a:avLst>
          </a:prstGeom>
          <a:solidFill>
            <a:srgbClr val="E5E2D8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34340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80760" y="434340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189988" y="4069080"/>
            <a:ext cx="5152644" cy="237744"/>
          </a:xfrm>
          <a:prstGeom prst="roundRect">
            <a:avLst>
              <a:gd name="adj" fmla="val 50000"/>
            </a:avLst>
          </a:prstGeom>
          <a:solidFill>
            <a:srgbClr val="9ED0B6"/>
          </a:solidFill>
          <a:ln/>
        </p:spPr>
      </p:sp>
      <p:sp>
        <p:nvSpPr>
          <p:cNvPr id="18" name="Shape 16"/>
          <p:cNvSpPr/>
          <p:nvPr/>
        </p:nvSpPr>
        <p:spPr>
          <a:xfrm>
            <a:off x="2106778" y="4026286"/>
            <a:ext cx="323332" cy="323332"/>
          </a:xfrm>
          <a:prstGeom prst="ellipse">
            <a:avLst/>
          </a:prstGeom>
          <a:solidFill>
            <a:srgbClr val="C241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53182" y="4026286"/>
            <a:ext cx="323332" cy="323332"/>
          </a:xfrm>
          <a:prstGeom prst="ellipse">
            <a:avLst/>
          </a:prstGeom>
          <a:solidFill>
            <a:srgbClr val="C241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23330" y="4026286"/>
            <a:ext cx="323332" cy="323332"/>
          </a:xfrm>
          <a:prstGeom prst="ellipse">
            <a:avLst/>
          </a:prstGeom>
          <a:solidFill>
            <a:srgbClr val="1D6F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93478" y="4026286"/>
            <a:ext cx="323332" cy="323332"/>
          </a:xfrm>
          <a:prstGeom prst="ellipse">
            <a:avLst/>
          </a:prstGeom>
          <a:solidFill>
            <a:srgbClr val="1D6F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89204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version lands inside enough acceptance sets — and it spans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" y="5303520"/>
            <a:ext cx="10515600" cy="237744"/>
          </a:xfrm>
          <a:prstGeom prst="roundRect">
            <a:avLst>
              <a:gd name="adj" fmla="val 50000"/>
            </a:avLst>
          </a:prstGeom>
          <a:solidFill>
            <a:srgbClr val="E5E2D8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57784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80760" y="557784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084832" y="5303520"/>
            <a:ext cx="7571232" cy="237744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/>
        </p:spPr>
      </p:sp>
      <p:sp>
        <p:nvSpPr>
          <p:cNvPr id="27" name="Shape 25"/>
          <p:cNvSpPr/>
          <p:nvPr/>
        </p:nvSpPr>
        <p:spPr>
          <a:xfrm>
            <a:off x="2211934" y="5260726"/>
            <a:ext cx="323332" cy="323332"/>
          </a:xfrm>
          <a:prstGeom prst="ellipse">
            <a:avLst/>
          </a:prstGeom>
          <a:solidFill>
            <a:srgbClr val="C241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63494" y="5260726"/>
            <a:ext cx="323332" cy="323332"/>
          </a:xfrm>
          <a:prstGeom prst="ellipse">
            <a:avLst/>
          </a:prstGeom>
          <a:solidFill>
            <a:srgbClr val="C241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97550" y="5260726"/>
            <a:ext cx="323332" cy="323332"/>
          </a:xfrm>
          <a:prstGeom prst="ellipse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90358" y="5260726"/>
            <a:ext cx="323332" cy="323332"/>
          </a:xfrm>
          <a:prstGeom prst="ellipse">
            <a:avLst/>
          </a:prstGeom>
          <a:solidFill>
            <a:srgbClr val="1D6F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362542" y="5260726"/>
            <a:ext cx="323332" cy="323332"/>
          </a:xfrm>
          <a:prstGeom prst="ellipse">
            <a:avLst/>
          </a:prstGeom>
          <a:solidFill>
            <a:srgbClr val="1D6F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amendment is the engine: each one either grows the spanning overlap — or it doesn’t.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hard problems get easy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Movement and forking stop being special cases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5120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48840"/>
            <a:ext cx="5120640" cy="91440"/>
          </a:xfrm>
          <a:prstGeom prst="rect">
            <a:avLst/>
          </a:prstGeom>
          <a:solidFill>
            <a:srgbClr val="1D6FB8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377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Movement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2926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Old: 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 values shift. Fuzzy.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347472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</a:t>
            </a:r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someone’s acceptance set expand to include a version they earlier rejected?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457200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A → amendment makes B → signed B. A logged, honest event. No LLM needed to see it happened.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2148840"/>
            <a:ext cx="5074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2148840"/>
            <a:ext cx="5074920" cy="91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377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Forking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92240" y="292608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there isn’t one spanning version — there are two. That’s not failure; it’s two governable answers.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92240" y="4114800"/>
            <a:ext cx="4617720" cy="182880"/>
          </a:xfrm>
          <a:prstGeom prst="roundRect">
            <a:avLst>
              <a:gd name="adj" fmla="val 50000"/>
            </a:avLst>
          </a:prstGeom>
          <a:solidFill>
            <a:srgbClr val="E5E2D8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4334256"/>
            <a:ext cx="2308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01100" y="4334256"/>
            <a:ext cx="2308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23126" y="4114800"/>
            <a:ext cx="1847088" cy="182880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/>
        </p:spPr>
      </p:sp>
      <p:sp>
        <p:nvSpPr>
          <p:cNvPr id="18" name="Shape 16"/>
          <p:cNvSpPr/>
          <p:nvPr/>
        </p:nvSpPr>
        <p:spPr>
          <a:xfrm>
            <a:off x="6890004" y="4081882"/>
            <a:ext cx="248717" cy="248717"/>
          </a:xfrm>
          <a:prstGeom prst="ellipse">
            <a:avLst/>
          </a:prstGeom>
          <a:solidFill>
            <a:srgbClr val="C241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5320" y="4081882"/>
            <a:ext cx="248717" cy="248717"/>
          </a:xfrm>
          <a:prstGeom prst="ellipse">
            <a:avLst/>
          </a:prstGeom>
          <a:solidFill>
            <a:srgbClr val="1D6F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4800600"/>
            <a:ext cx="4617720" cy="182880"/>
          </a:xfrm>
          <a:prstGeom prst="roundRect">
            <a:avLst>
              <a:gd name="adj" fmla="val 50000"/>
            </a:avLst>
          </a:prstGeom>
          <a:solidFill>
            <a:srgbClr val="E5E2D8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5020056"/>
            <a:ext cx="2308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801100" y="5020056"/>
            <a:ext cx="2308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31986" y="4800600"/>
            <a:ext cx="1847088" cy="182880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/>
        </p:spPr>
      </p:sp>
      <p:sp>
        <p:nvSpPr>
          <p:cNvPr id="24" name="Shape 22"/>
          <p:cNvSpPr/>
          <p:nvPr/>
        </p:nvSpPr>
        <p:spPr>
          <a:xfrm>
            <a:off x="9198864" y="4767682"/>
            <a:ext cx="248717" cy="248717"/>
          </a:xfrm>
          <a:prstGeom prst="ellipse">
            <a:avLst/>
          </a:prstGeom>
          <a:solidFill>
            <a:srgbClr val="C241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84180" y="4767682"/>
            <a:ext cx="248717" cy="248717"/>
          </a:xfrm>
          <a:prstGeom prst="ellipse">
            <a:avLst/>
          </a:prstGeom>
          <a:solidFill>
            <a:srgbClr val="1D6F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525780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geometrically: two non-overlapping basins, each one broad.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spine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Geometry is continuous and free. The LLM is a rare integrity check.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2240280"/>
            <a:ext cx="5120640" cy="3657600"/>
          </a:xfrm>
          <a:prstGeom prst="rect">
            <a:avLst/>
          </a:prstGeom>
          <a:solidFill>
            <a:srgbClr val="EAF7F1"/>
          </a:solidFill>
          <a:ln w="19050">
            <a:solidFill>
              <a:srgbClr val="0E9F6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423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· no LLM · every provision, every day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297180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Acceptance-set overlap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of the overlap across values axes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detection (rejected → signed)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detection (one basin vs. two)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Distance-to-coalition number itself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63640" y="2240280"/>
            <a:ext cx="507492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22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423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A6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· discrete gates · only near a coalition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37960" y="297180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amendment substantive or just a restatement?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final text actually have teeth?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claimed bridge genuine?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which axes a provision loads on (once, at birth)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says a coalition is shaped like a real bridge. The LLM confirms the content is real.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load-bearing assumption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never make users rate every version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868680" cy="868680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860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920240" y="2331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Infer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920240" y="274320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signals already collected: their position, intensity, the one amendment they touched, their reason tag.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3611880"/>
            <a:ext cx="868680" cy="868680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611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920240" y="3657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920240" y="406908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at the moment it matters: “would you also accept this slight variant?”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4937760"/>
            <a:ext cx="868680" cy="868680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937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920240" y="4983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Precompute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920240" y="539496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precomputes the few versions a provision is converging toward — users react to bounded options, never an open field.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what the existing precomputed-choices architecture is for — ~80% cheaper than on-demand generation.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GUARDRAIL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2801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 people from gaming breadth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“I’ll accept anything” earned coalition credit, you’d rebuild the mush problem in a new costume.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3291840"/>
            <a:ext cx="5120640" cy="2651760"/>
          </a:xfrm>
          <a:prstGeom prst="rect">
            <a:avLst/>
          </a:prstGeom>
          <a:solidFill>
            <a:srgbClr val="2E3566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291840"/>
            <a:ext cx="5120640" cy="91440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3474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makes it count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397764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Accepting a version that meant giving up a HIGH-intensity position counts. Accepting from someone with low intensity everywhere is cheap — and scores low.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3291840"/>
            <a:ext cx="5074920" cy="2651760"/>
          </a:xfrm>
          <a:prstGeom prst="rect">
            <a:avLst/>
          </a:prstGeom>
          <a:solidFill>
            <a:srgbClr val="2E3566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3291840"/>
            <a:ext cx="5074920" cy="91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3474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Dissent is not failure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3977640"/>
            <a:ext cx="4617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whose acceptance set legitimately excludes the only spanning version isn’t a broken bridge — they’re a principled holdout, anchored to a non-negotiable. The geometry can tell the difference.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user actually sees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signal IS the call to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10515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423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Data-center grid-cost provision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0" y="2423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 left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3246120"/>
            <a:ext cx="9966960" cy="292608"/>
          </a:xfrm>
          <a:prstGeom prst="roundRect">
            <a:avLst>
              <a:gd name="adj" fmla="val 50000"/>
            </a:avLst>
          </a:prstGeom>
          <a:solidFill>
            <a:srgbClr val="E5E2D8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575304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market-first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80760" y="3575304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precaution-first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93976" y="3246120"/>
            <a:ext cx="5182819" cy="292608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/>
        </p:spPr>
      </p:sp>
      <p:sp>
        <p:nvSpPr>
          <p:cNvPr id="11" name="Shape 9"/>
          <p:cNvSpPr/>
          <p:nvPr/>
        </p:nvSpPr>
        <p:spPr>
          <a:xfrm>
            <a:off x="2290572" y="3193451"/>
            <a:ext cx="397947" cy="397947"/>
          </a:xfrm>
          <a:prstGeom prst="ellipse">
            <a:avLst/>
          </a:prstGeom>
          <a:solidFill>
            <a:srgbClr val="C241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85946" y="3193451"/>
            <a:ext cx="397947" cy="397947"/>
          </a:xfrm>
          <a:prstGeom prst="ellipse">
            <a:avLst/>
          </a:prstGeom>
          <a:solidFill>
            <a:srgbClr val="C241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79999" y="3193451"/>
            <a:ext cx="397947" cy="397947"/>
          </a:xfrm>
          <a:prstGeom prst="ellipse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75704" y="3193451"/>
            <a:ext cx="397947" cy="397947"/>
          </a:xfrm>
          <a:prstGeom prst="ellipse">
            <a:avLst/>
          </a:prstGeom>
          <a:solidFill>
            <a:srgbClr val="1D6F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97764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corner short. The steel-blue end hasn’t signed yet — close that and it spans.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484632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bar, not a percentage.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read it instantly: what’s lit, what’s dark, how long left. Adding signatures in an already-lit region does nothing visible — which makes breadth-not-headcount something you can feel.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want your read 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Still open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40280"/>
            <a:ext cx="5120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40280"/>
            <a:ext cx="73152" cy="17373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240487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Inference fidelity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78992" y="2862072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few bounded probes still approximate an acceptance set well? Too coarse → noisy distance. Too fine → cost creeps back. This is the riskiest piece.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2240280"/>
            <a:ext cx="5120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2240280"/>
            <a:ext cx="73152" cy="17373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6428232" y="240487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Multi-axis provisions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28232" y="2862072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provision loads on 2–3 axes, must breadth cover all of them or just the dominant one? Likely a natural fork trigger.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4206240"/>
            <a:ext cx="5120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4206240"/>
            <a:ext cx="73152" cy="17373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1078992" y="43708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Payout coupling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78992" y="4828032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reward = gap-at-start × breadth-achieved, so bridging a polarized issue is worth far more? Ties difficulty to scoring — but watch runaway advanced players.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4206240"/>
            <a:ext cx="5120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4206240"/>
            <a:ext cx="73152" cy="17373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6428232" y="43708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Whose spectrum?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28232" y="4828032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breadth against the league’s composed spectrum (known) rather than whoever happened to post (self-selected).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thing to remember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219456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don’t measure how far apart people </a:t>
            </a:r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808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are.</a:t>
            </a:r>
            <a:pPr indent="0" marL="0">
              <a:lnSpc>
                <a:spcPct val="115000"/>
              </a:lnSpc>
              <a:buNone/>
            </a:pP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measure how close they are to 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0E9F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governing together.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4754880"/>
            <a:ext cx="10515600" cy="292608"/>
          </a:xfrm>
          <a:prstGeom prst="roundRect">
            <a:avLst>
              <a:gd name="adj" fmla="val 50000"/>
            </a:avLst>
          </a:prstGeom>
          <a:solidFill>
            <a:srgbClr val="3A4076"/>
          </a:solidFill>
          <a:ln/>
        </p:spPr>
      </p:sp>
      <p:sp>
        <p:nvSpPr>
          <p:cNvPr id="5" name="Shape 3"/>
          <p:cNvSpPr/>
          <p:nvPr/>
        </p:nvSpPr>
        <p:spPr>
          <a:xfrm>
            <a:off x="1874520" y="4754880"/>
            <a:ext cx="8412480" cy="292608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/>
        </p:spPr>
      </p:sp>
      <p:sp>
        <p:nvSpPr>
          <p:cNvPr id="6" name="Shape 4"/>
          <p:cNvSpPr/>
          <p:nvPr/>
        </p:nvSpPr>
        <p:spPr>
          <a:xfrm>
            <a:off x="2192731" y="4702211"/>
            <a:ext cx="397947" cy="397947"/>
          </a:xfrm>
          <a:prstGeom prst="ellipse">
            <a:avLst/>
          </a:prstGeom>
          <a:solidFill>
            <a:srgbClr val="C241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75227" y="4702211"/>
            <a:ext cx="397947" cy="397947"/>
          </a:xfrm>
          <a:prstGeom prst="ellipse">
            <a:avLst/>
          </a:prstGeom>
          <a:solidFill>
            <a:srgbClr val="C241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78347" y="4702211"/>
            <a:ext cx="397947" cy="397947"/>
          </a:xfrm>
          <a:prstGeom prst="ellipse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81467" y="4702211"/>
            <a:ext cx="397947" cy="397947"/>
          </a:xfrm>
          <a:prstGeom prst="ellipse">
            <a:avLst/>
          </a:prstGeom>
          <a:solidFill>
            <a:srgbClr val="1D6F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63963" y="4702211"/>
            <a:ext cx="397947" cy="397947"/>
          </a:xfrm>
          <a:prstGeom prst="ellipse">
            <a:avLst/>
          </a:prstGeom>
          <a:solidFill>
            <a:srgbClr val="1D6F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943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Arena · Distance Signal concept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Distance Signal</dc:title>
  <dc:subject>PptxGenJS Presentation</dc:subject>
  <dc:creator>Civic Arena</dc:creator>
  <cp:lastModifiedBy>Civic Arena</cp:lastModifiedBy>
  <cp:revision>1</cp:revision>
  <dcterms:created xsi:type="dcterms:W3CDTF">2026-06-05T17:32:52Z</dcterms:created>
  <dcterms:modified xsi:type="dcterms:W3CDTF">2026-06-05T17:32:52Z</dcterms:modified>
</cp:coreProperties>
</file>